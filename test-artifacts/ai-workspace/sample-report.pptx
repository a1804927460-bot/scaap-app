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19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03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Total: 10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Messs</dc:creator>
  <cp:lastModifiedBy>Messs</cp:lastModifiedBy>
  <cp:revision>1</cp:revision>
  <dcterms:created xsi:type="dcterms:W3CDTF">2026-09-08T06:05:53Z</dcterms:created>
  <dcterms:modified xsi:type="dcterms:W3CDTF">2026-09-08T06:05:53Z</dcterms:modified>
</cp:coreProperties>
</file>